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355550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00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× HACKATHON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649215" y="355550"/>
            <a:ext cx="38344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2026.06.13 · 旧金山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0350" y="762000"/>
            <a:ext cx="7823150" cy="12650"/>
          </a:xfrm>
          <a:prstGeom prst="rect">
            <a:avLst/>
          </a:prstGeom>
          <a:solidFill>
            <a:srgbClr val="DDDD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1650950"/>
            <a:ext cx="7979765" cy="67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90"/>
              </a:lnSpc>
              <a:buNone/>
            </a:pPr>
            <a:r>
              <a:rPr lang="en-US" sz="4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Hackathon 变天了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60350" y="3174950"/>
            <a:ext cx="7254139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以前拼手速，现在拼想法——Claude Opus 4.8 Build Day Hackathon 揭示的新规则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0350" y="4419749"/>
            <a:ext cx="7823150" cy="12650"/>
          </a:xfrm>
          <a:prstGeom prst="rect">
            <a:avLst/>
          </a:prstGeom>
          <a:solidFill>
            <a:srgbClr val="DDDD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4581525"/>
            <a:ext cx="42692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根据 CLAUDE OPUS 4.8 BUILD DAY HACKATHON 获奖案例观察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431750"/>
            <a:ext cx="50750" cy="165050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8200" y="393650"/>
            <a:ext cx="9046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90600" y="507950"/>
            <a:ext cx="7492901" cy="1265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762000"/>
            <a:ext cx="7979613" cy="41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12小时的赛制没变，比拼的核心变了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60350" y="1782663"/>
            <a:ext cx="782315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78738" y="1777901"/>
            <a:ext cx="0" cy="279395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0350" y="4562326"/>
            <a:ext cx="782315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5113" y="1777901"/>
            <a:ext cx="0" cy="279395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1851" y="1787426"/>
            <a:ext cx="0" cy="276537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9976" y="2066776"/>
            <a:ext cx="33017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00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以前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99976" y="2801689"/>
            <a:ext cx="3237012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9976" y="2330202"/>
            <a:ext cx="330175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拼手速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9976" y="2984153"/>
            <a:ext cx="3301752" cy="555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8"/>
              </a:lnSpc>
              <a:spcBef>
                <a:spcPts val="1400"/>
              </a:spcBef>
              <a:buNone/>
            </a:pPr>
            <a:r>
              <a:rPr lang="en-US" sz="125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代码写得快、bug少、接口接得上，是硬功夫。想法再好，写不出来就是零。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06714" y="2066776"/>
            <a:ext cx="33019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00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现在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06714" y="2801689"/>
            <a:ext cx="3237161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6714" y="2330202"/>
            <a:ext cx="330190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拼想法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06714" y="2984153"/>
            <a:ext cx="3301904" cy="833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8"/>
              </a:lnSpc>
              <a:spcBef>
                <a:spcPts val="1400"/>
              </a:spcBef>
              <a:buNone/>
            </a:pPr>
            <a:r>
              <a:rPr lang="en-US" sz="125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把人从繁重的手工 coding 里解救出来。你只要有 idea，剩下的天马行空，他帮你落地。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19600" y="2984450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431750"/>
            <a:ext cx="50750" cy="165050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8200" y="393650"/>
            <a:ext cx="1553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90600" y="507950"/>
            <a:ext cx="7492901" cy="1265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762000"/>
            <a:ext cx="7979613" cy="41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Opus 4.8 Build Day Hackathon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60350" y="1276201"/>
            <a:ext cx="79796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300" i="1" dirty="0">
                <a:solidFill>
                  <a:srgbClr val="777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一场12小时的比赛，重新定义了「获奖作品」的天花板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0350" y="1977926"/>
            <a:ext cx="782315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0350" y="4186089"/>
            <a:ext cx="782315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58443" y="1987451"/>
            <a:ext cx="0" cy="219387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3396" y="2317552"/>
            <a:ext cx="2127239" cy="6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93396" y="3155603"/>
            <a:ext cx="21272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小时时长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61447" y="1987451"/>
            <a:ext cx="0" cy="219387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6249" y="2317552"/>
            <a:ext cx="2127391" cy="6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310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3496249" y="3155603"/>
            <a:ext cx="21273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人到场参赛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9015" y="2317552"/>
            <a:ext cx="2151680" cy="6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1500+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099015" y="3155603"/>
            <a:ext cx="21516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人报名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0350" y="4581525"/>
            <a:ext cx="1544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2026年6月13日 · 旧金山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62600" y="-253901"/>
            <a:ext cx="3394049" cy="279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0"/>
              </a:lnSpc>
              <a:buNone/>
            </a:pPr>
            <a:r>
              <a:rPr lang="en-US" sz="220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60350" y="507950"/>
            <a:ext cx="731490" cy="307777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571351"/>
            <a:ext cx="4352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第一名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0350" y="965150"/>
            <a:ext cx="7254139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Tekton：把烧毁的历史建筑，在3D里重建回来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60350" y="1968401"/>
            <a:ext cx="3810000" cy="12650"/>
          </a:xfrm>
          <a:prstGeom prst="rect">
            <a:avLst/>
          </a:prstGeom>
          <a:solidFill>
            <a:srgbClr val="DDDD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2260550"/>
            <a:ext cx="5841950" cy="140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7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追溯每一个构件的史料来源，不是随便搭个壳子</a:t>
            </a:r>
            <a:endParaRPr lang="en-US" sz="1300" dirty="0"/>
          </a:p>
          <a:p>
            <a:pPr algn="l" marL="342900" indent="-342900">
              <a:lnSpc>
                <a:spcPts val="247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跨越 339 个施工阶段的完整重建</a:t>
            </a:r>
            <a:endParaRPr lang="en-US" sz="1300" dirty="0"/>
          </a:p>
          <a:p>
            <a:pPr algn="l" marL="342900" indent="-342900">
              <a:lnSpc>
                <a:spcPts val="247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专门派了一个独立核查 agent 去验证准确性</a:t>
            </a:r>
            <a:endParaRPr lang="en-US" sz="1300" dirty="0"/>
          </a:p>
          <a:p>
            <a:pPr algn="l" marL="342900" indent="-342900">
              <a:lnSpc>
                <a:spcPts val="247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两位作者是在 Code with Claude 活动排队买咖啡时认识的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80707" y="-253901"/>
            <a:ext cx="3783580" cy="279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0"/>
              </a:lnSpc>
              <a:buNone/>
            </a:pPr>
            <a:r>
              <a:rPr lang="en-US" sz="220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60350" y="507950"/>
            <a:ext cx="731490" cy="307777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571351"/>
            <a:ext cx="4352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第二名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0350" y="965150"/>
            <a:ext cx="7254139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 Francisco：给旧金山造一个数字孪生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60350" y="1650950"/>
            <a:ext cx="3810000" cy="12650"/>
          </a:xfrm>
          <a:prstGeom prst="rect">
            <a:avLst/>
          </a:prstGeom>
          <a:solidFill>
            <a:srgbClr val="DDDD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1943100"/>
            <a:ext cx="6349901" cy="140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7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1万个按人口普查数据生成的合成居民</a:t>
            </a:r>
            <a:endParaRPr lang="en-US" sz="1300" dirty="0"/>
          </a:p>
          <a:p>
            <a:pPr algn="l" marL="342900" indent="-342900">
              <a:lnSpc>
                <a:spcPts val="247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对模拟城市做民意调查，预测真实选举和公投结果，误差只有几个百分点</a:t>
            </a:r>
            <a:endParaRPr lang="en-US" sz="1300" dirty="0"/>
          </a:p>
          <a:p>
            <a:pPr algn="l" marL="342900" indent="-342900">
              <a:lnSpc>
                <a:spcPts val="247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Claude 自己写了一套进化聚类算法，把居民压成 300 个代表性人格</a:t>
            </a:r>
            <a:endParaRPr lang="en-US" sz="1300" dirty="0"/>
          </a:p>
          <a:p>
            <a:pPr algn="l" marL="342900" indent="-342900">
              <a:lnSpc>
                <a:spcPts val="247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推理成本因此砍掉 10 到 100 倍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86065" y="-253901"/>
            <a:ext cx="3778115" cy="279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0"/>
              </a:lnSpc>
              <a:buNone/>
            </a:pPr>
            <a:r>
              <a:rPr lang="en-US" sz="220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60350" y="507950"/>
            <a:ext cx="731490" cy="307777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571351"/>
            <a:ext cx="4352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第三名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0350" y="965150"/>
            <a:ext cx="7254139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Universe：一张手机照片，变成机器人的训练场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60350" y="1650950"/>
            <a:ext cx="3810000" cy="12650"/>
          </a:xfrm>
          <a:prstGeom prst="rect">
            <a:avLst/>
          </a:prstGeom>
          <a:solidFill>
            <a:srgbClr val="DDDD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1943100"/>
            <a:ext cx="6349901" cy="67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7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手机拍一张照片，实时变成可编辑的 3D 场景</a:t>
            </a:r>
            <a:endParaRPr lang="en-US" sz="1300" dirty="0"/>
          </a:p>
          <a:p>
            <a:pPr algn="l" marL="342900" indent="-342900">
              <a:lnSpc>
                <a:spcPts val="247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给需要合成训练数据的机器人实验室使用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9400" y="2984450"/>
            <a:ext cx="0" cy="264021"/>
          </a:xfrm>
          <a:prstGeom prst="line">
            <a:avLst/>
          </a:prstGeom>
          <a:noFill/>
          <a:ln w="38100">
            <a:solidFill>
              <a:srgbClr val="C80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1601" y="2984450"/>
            <a:ext cx="623082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三个获奖作品里，最贴近产业落地的一个——直接服务于机器人实验室的真实需求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431750"/>
            <a:ext cx="50750" cy="165050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8200" y="393650"/>
            <a:ext cx="11077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90600" y="507950"/>
            <a:ext cx="7492901" cy="1265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762000"/>
            <a:ext cx="797961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瓶颈挪了位置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60350" y="1533525"/>
            <a:ext cx="782315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0350" y="2462213"/>
            <a:ext cx="782315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350" y="1746200"/>
            <a:ext cx="16839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00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以前的瓶颈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11301" y="1746200"/>
            <a:ext cx="20725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能不能写出来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43251" y="1746200"/>
            <a:ext cx="4222903" cy="508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想法再好，写不出来就是零。手最快、库最熟的人才是高手。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0350" y="3386137"/>
            <a:ext cx="782315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350" y="2670125"/>
            <a:ext cx="16839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00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现在的瓶颈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11301" y="2670125"/>
            <a:ext cx="20725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想不想得到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43251" y="2670125"/>
            <a:ext cx="4222903" cy="508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写出来这件事，AI 已经包了。idea 本身，才是稀缺的东西。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0350" y="3878163"/>
            <a:ext cx="782315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350" y="4086076"/>
            <a:ext cx="797961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这三个作品，放在三年前，哪一个不是一个团队干上几个月的活？现在12小时，几个人就做出来了。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584150"/>
            <a:ext cx="537996" cy="101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62000" y="1396901"/>
            <a:ext cx="77724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 Claude 来帮你选工具，而不只是帮你写代码。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62000" y="3238500"/>
            <a:ext cx="26010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00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第三名 Custom Universe 团队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3657600"/>
            <a:ext cx="3810000" cy="12650"/>
          </a:xfrm>
          <a:prstGeom prst="rect">
            <a:avLst/>
          </a:prstGeom>
          <a:solidFill>
            <a:srgbClr val="DDDD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3860750"/>
            <a:ext cx="7254139" cy="53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代码只是最末端的执行。往上一层，是选什么工具、搭什么架构；再往上一层，是到底要做一件什么事。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1650950"/>
            <a:ext cx="797961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你的 idea，够不够野？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60350" y="2857500"/>
            <a:ext cx="7254139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已经把「不会写代码」的门拆掉了。门后面是什么，看你脑子里那个别人没想到、而且值得做出来的东西。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0350" y="4419749"/>
            <a:ext cx="7823150" cy="12650"/>
          </a:xfrm>
          <a:prstGeom prst="rect">
            <a:avLst/>
          </a:prstGeom>
          <a:solidFill>
            <a:srgbClr val="DDDD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4600575"/>
            <a:ext cx="57732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参考资料：Meet the winners of our Claude Opus 4.8 Build Day hackathon — claude.com/blog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2026-07-10T02:48:03Z</dcterms:created>
  <dcterms:modified xsi:type="dcterms:W3CDTF">2026-07-10T02:48:03Z</dcterms:modified>
</cp:coreProperties>
</file>